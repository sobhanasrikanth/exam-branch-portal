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 Branch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 Application for Managing Exam Branch Activities</a:t>
            </a:r>
          </a:p>
          <a:p/>
          <a:p>
            <a:r>
              <a:t>Team Members:</a:t>
            </a:r>
          </a:p>
          <a:p>
            <a:r>
              <a:t>1. Sobhan</a:t>
            </a:r>
          </a:p>
          <a:p>
            <a:r>
              <a:t>2. Hrishikesh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handling of exam queries and hall tickets is inefficient.</a:t>
            </a:r>
          </a:p>
          <a:p>
            <a:r>
              <a:t>This project provides a centralized digital portal.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Simplify exam branch operations</a:t>
            </a:r>
          </a:p>
          <a:p>
            <a:r>
              <a:t>• Allow students to track issues</a:t>
            </a:r>
          </a:p>
          <a:p>
            <a:r>
              <a:t>• Provide admin tools to manage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HTML5</a:t>
            </a:r>
          </a:p>
          <a:p>
            <a:r>
              <a:t>CSS3 / TailwindCSS</a:t>
            </a:r>
          </a:p>
          <a:p>
            <a:r>
              <a:t>JavaScript</a:t>
            </a:r>
          </a:p>
          <a:p>
            <a:r>
              <a:t>Font Awesome</a:t>
            </a:r>
          </a:p>
          <a:p>
            <a:r>
              <a:t>LocalStorage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Login with Roll Number</a:t>
            </a:r>
          </a:p>
          <a:p>
            <a:r>
              <a:t>• Dashboard with greeting and clock</a:t>
            </a:r>
          </a:p>
          <a:p>
            <a:r>
              <a:t>• Submit and track queries</a:t>
            </a:r>
          </a:p>
          <a:p>
            <a:r>
              <a:t>• Generate hall tickets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Admin login</a:t>
            </a:r>
          </a:p>
          <a:p>
            <a:r>
              <a:t>• View and manage student queries</a:t>
            </a:r>
          </a:p>
          <a:p>
            <a:r>
              <a:t>• Update issue status</a:t>
            </a:r>
          </a:p>
          <a:p>
            <a:r>
              <a:t>• Control hall ticket availability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logs in → Submits query → Admin reviews → Status updated → Student views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 integration</a:t>
            </a:r>
          </a:p>
          <a:p>
            <a:r>
              <a:t>• Database storage</a:t>
            </a:r>
          </a:p>
          <a:p>
            <a:r>
              <a:t>• Email/SMS notifications</a:t>
            </a:r>
          </a:p>
          <a:p>
            <a:r>
              <a:t>• Role-based access control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Exam Branch Portal improves efficiency and transparency in exam branch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